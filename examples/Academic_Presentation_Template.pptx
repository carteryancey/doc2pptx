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9F45BCF-5C7B-487D-903D-A88A0EEBB12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39F876-654D-4E31-8A30-86ED866C6B7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AD1079-3D8E-4113-8D2C-D5C6508CE87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560926-5FFF-41DC-A0CC-EAA4C577A09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BCB99B-64B2-4D94-8700-1E9CD5F73C7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AA797F-E6E8-446D-BFD4-1454EDC8FDC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6395A2-AB1C-4B8E-8D84-E24BBE45EE3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6B411B-1A4E-4A72-8261-E77350981C0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DC5BDB-CF2B-4BF0-9A10-71B93303E53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D4B62B-4964-4AEE-BD0F-4D4891D0787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AE7DD5-8E97-4E2D-BD4B-7B649E8C55F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13760" cy="5142960"/>
          </a:xfrm>
          <a:prstGeom prst="rect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57200" y="1645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Module X • Course Name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57200" y="201168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57200" y="283464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Subtitle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4023360" y="3474720"/>
            <a:ext cx="1096560" cy="26640"/>
          </a:xfrm>
          <a:prstGeom prst="rect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57200" y="3931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999999"/>
                </a:solidFill>
                <a:effectLst/>
                <a:uFillTx/>
                <a:latin typeface="Georgia"/>
                <a:ea typeface="Georgia"/>
              </a:rPr>
              <a:t>Decorative Line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5943600" y="466344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666666"/>
                </a:solidFill>
                <a:effectLst/>
                <a:uFillTx/>
                <a:latin typeface="Georgia"/>
                <a:ea typeface="Georgia"/>
              </a:rPr>
              <a:t>Bottom decorative element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57200" y="365760"/>
            <a:ext cx="1828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trike="noStrike" u="none">
                <a:solidFill>
                  <a:srgbClr val="4d5f47">
                    <a:alpha val="30000"/>
                  </a:srgbClr>
                </a:solidFill>
                <a:effectLst/>
                <a:uFillTx/>
                <a:latin typeface="Georgia"/>
                <a:ea typeface="Georgia"/>
              </a:rPr>
              <a:t>X.x</a:t>
            </a:r>
            <a:endParaRPr b="0" lang="en-US" sz="7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457200" y="201168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300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SECTION X.X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914400" y="2286000"/>
            <a:ext cx="7314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Section Title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4206240" y="3200400"/>
            <a:ext cx="730800" cy="26640"/>
          </a:xfrm>
          <a:prstGeom prst="rect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914400" y="342900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bbbbbb"/>
                </a:solidFill>
                <a:effectLst/>
                <a:uFillTx/>
                <a:latin typeface="Georgia"/>
                <a:ea typeface="Georgia"/>
              </a:rPr>
              <a:t>Section subtitle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457200" y="320040"/>
            <a:ext cx="8228880" cy="45648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640080" y="32004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1005840"/>
            <a:ext cx="4754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Point 1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57200" y="1463040"/>
            <a:ext cx="4754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Point 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457200" y="2011680"/>
            <a:ext cx="4754160" cy="822240"/>
          </a:xfrm>
          <a:prstGeom prst="rect">
            <a:avLst/>
          </a:prstGeom>
          <a:solidFill>
            <a:srgbClr val="e8e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457200" y="2011680"/>
            <a:ext cx="36000" cy="822240"/>
          </a:xfrm>
          <a:prstGeom prst="rect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594360" y="2103120"/>
            <a:ext cx="447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5a5a5a"/>
                </a:solidFill>
                <a:effectLst/>
                <a:uFillTx/>
                <a:latin typeface="Georgia"/>
                <a:ea typeface="Georgia"/>
              </a:rPr>
              <a:t>Key Points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594360" y="237744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TL;DR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5486400" y="1005840"/>
            <a:ext cx="3199680" cy="182808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5669280" y="1143000"/>
            <a:ext cx="2833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KEY SOURCES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5669280" y="1463040"/>
            <a:ext cx="2833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ts val="2001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Source 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001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Source 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001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Source 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5669280" y="2286000"/>
            <a:ext cx="2833920" cy="8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5669280" y="2423160"/>
            <a:ext cx="2833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bbbbbb"/>
                </a:solidFill>
                <a:effectLst/>
                <a:uFillTx/>
                <a:latin typeface="Georgia"/>
                <a:ea typeface="Georgia"/>
              </a:rPr>
              <a:t>Additional notes, if any.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457200" y="320040"/>
            <a:ext cx="8228880" cy="45648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640080" y="32004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457200" y="9601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a5a5a"/>
                </a:solidFill>
                <a:effectLst/>
                <a:uFillTx/>
                <a:latin typeface="Georgia"/>
                <a:ea typeface="Georgia"/>
              </a:rPr>
              <a:t>Notes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457200" y="1371600"/>
            <a:ext cx="8228880" cy="1828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731520" y="1508760"/>
            <a:ext cx="7680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01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ARGUMENT: NAME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822960" y="1874520"/>
            <a:ext cx="7497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1. </a:t>
            </a: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Premise 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2. </a:t>
            </a: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Premise 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6"/>
          <p:cNvSpPr/>
          <p:nvPr/>
        </p:nvSpPr>
        <p:spPr>
          <a:xfrm>
            <a:off x="822960" y="2606040"/>
            <a:ext cx="1828080" cy="17640"/>
          </a:xfrm>
          <a:prstGeom prst="rect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822960" y="274320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3. </a:t>
            </a: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Therefore</a:t>
            </a: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, Conclusion 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8"/>
          <p:cNvSpPr/>
          <p:nvPr/>
        </p:nvSpPr>
        <p:spPr>
          <a:xfrm>
            <a:off x="457200" y="3383280"/>
            <a:ext cx="36000" cy="547920"/>
          </a:xfrm>
          <a:prstGeom prst="rect">
            <a:avLst/>
          </a:prstGeom>
          <a:solidFill>
            <a:srgbClr val="8b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594360" y="3429000"/>
            <a:ext cx="8091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Key Insight: </a:t>
            </a: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Key insight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594360" y="3703320"/>
            <a:ext cx="8091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5a5a5a"/>
                </a:solidFill>
                <a:effectLst/>
                <a:uFillTx/>
                <a:latin typeface="Georgia"/>
                <a:ea typeface="Georgia"/>
              </a:rPr>
              <a:t>Concluding notes or leading thoughts into next slide...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457200" y="320040"/>
            <a:ext cx="8228880" cy="45648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640080" y="32004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57200" y="1005840"/>
            <a:ext cx="8228880" cy="1736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731520" y="1143000"/>
            <a:ext cx="7680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01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NOTES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822960" y="1508760"/>
            <a:ext cx="7497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1. </a:t>
            </a: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Premise 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2. </a:t>
            </a: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Premise 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822960" y="2148840"/>
            <a:ext cx="1828080" cy="17640"/>
          </a:xfrm>
          <a:prstGeom prst="rect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822960" y="228600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C. </a:t>
            </a: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Therefore</a:t>
            </a: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, Conclusion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457200" y="3017520"/>
            <a:ext cx="3885480" cy="685080"/>
          </a:xfrm>
          <a:prstGeom prst="rect">
            <a:avLst/>
          </a:prstGeom>
          <a:solidFill>
            <a:srgbClr val="e8e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594360" y="3108960"/>
            <a:ext cx="36111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594360" y="3337560"/>
            <a:ext cx="3611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Explanation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4800600" y="3017520"/>
            <a:ext cx="3885480" cy="68508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4937760" y="3108960"/>
            <a:ext cx="36111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4937760" y="3337560"/>
            <a:ext cx="3611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Explanation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457200" y="320040"/>
            <a:ext cx="8228880" cy="45648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640080" y="32004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457200" y="9601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a5a5a"/>
                </a:solidFill>
                <a:effectLst/>
                <a:uFillTx/>
                <a:latin typeface="Georgia"/>
                <a:ea typeface="Georgia"/>
              </a:rPr>
              <a:t>Notes, description, details, etc.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457200" y="1371600"/>
            <a:ext cx="4342680" cy="1736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685800" y="1508760"/>
            <a:ext cx="3885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685800" y="1874520"/>
            <a:ext cx="3885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1.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Point 1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2.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Point 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685800" y="2514600"/>
            <a:ext cx="1645200" cy="17640"/>
          </a:xfrm>
          <a:prstGeom prst="rect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685800" y="2651760"/>
            <a:ext cx="3885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C. </a:t>
            </a: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Therefore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, Conclusion.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457200" y="3200400"/>
            <a:ext cx="4342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5a5a5a"/>
                </a:solidFill>
                <a:effectLst/>
                <a:uFillTx/>
                <a:latin typeface="Georgia"/>
                <a:ea typeface="Georgia"/>
              </a:rPr>
              <a:t>Tiny note, additional detail, point leading to next slide, aside, etc etc.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5029200" y="1371600"/>
            <a:ext cx="3656880" cy="59364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5166360" y="1463040"/>
            <a:ext cx="3382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Definition: Term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5166360" y="1691640"/>
            <a:ext cx="3382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Definition.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2"/>
          <p:cNvSpPr/>
          <p:nvPr/>
        </p:nvSpPr>
        <p:spPr>
          <a:xfrm>
            <a:off x="5029200" y="2148840"/>
            <a:ext cx="3656880" cy="822240"/>
          </a:xfrm>
          <a:prstGeom prst="rect">
            <a:avLst/>
          </a:prstGeom>
          <a:solidFill>
            <a:srgbClr val="e8e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5166360" y="2240280"/>
            <a:ext cx="3382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Key Points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5166360" y="2468880"/>
            <a:ext cx="3382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Point 1: </a:t>
            </a:r>
            <a:r>
              <a:rPr b="0" lang="en-US" sz="11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Description.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Point 2: </a:t>
            </a:r>
            <a:r>
              <a:rPr b="0" lang="en-US" sz="11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Description.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457200" y="320040"/>
            <a:ext cx="8228880" cy="456480"/>
          </a:xfrm>
          <a:prstGeom prst="rect">
            <a:avLst/>
          </a:prstGeom>
          <a:solidFill>
            <a:srgbClr val="8b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640080" y="32004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"/>
          <p:cNvSpPr/>
          <p:nvPr/>
        </p:nvSpPr>
        <p:spPr>
          <a:xfrm>
            <a:off x="457200" y="1005840"/>
            <a:ext cx="4114080" cy="685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457200" y="1005840"/>
            <a:ext cx="36000" cy="685080"/>
          </a:xfrm>
          <a:prstGeom prst="rect">
            <a:avLst/>
          </a:prstGeom>
          <a:solidFill>
            <a:srgbClr val="8b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594360" y="1097280"/>
            <a:ext cx="3839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8b2942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594360" y="132588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Details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6"/>
          <p:cNvSpPr/>
          <p:nvPr/>
        </p:nvSpPr>
        <p:spPr>
          <a:xfrm>
            <a:off x="457200" y="1874520"/>
            <a:ext cx="4114080" cy="685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7"/>
          <p:cNvSpPr/>
          <p:nvPr/>
        </p:nvSpPr>
        <p:spPr>
          <a:xfrm>
            <a:off x="457200" y="1874520"/>
            <a:ext cx="36000" cy="685080"/>
          </a:xfrm>
          <a:prstGeom prst="rect">
            <a:avLst/>
          </a:prstGeom>
          <a:solidFill>
            <a:srgbClr val="8b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594360" y="1965960"/>
            <a:ext cx="3839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8b2942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594360" y="219456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Details.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0"/>
          <p:cNvSpPr/>
          <p:nvPr/>
        </p:nvSpPr>
        <p:spPr>
          <a:xfrm>
            <a:off x="4800600" y="1005840"/>
            <a:ext cx="3885480" cy="127980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4937760" y="1143000"/>
            <a:ext cx="36111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4937760" y="1299600"/>
            <a:ext cx="3611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Details.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3"/>
          <p:cNvSpPr/>
          <p:nvPr/>
        </p:nvSpPr>
        <p:spPr>
          <a:xfrm>
            <a:off x="5029200" y="1691640"/>
            <a:ext cx="3519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45000" bIns="45000" anchor="ctr">
            <a:noAutofit/>
          </a:bodyPr>
          <a:p>
            <a:pPr marL="137160" indent="-137160" defTabSz="914400">
              <a:lnSpc>
                <a:spcPts val="1800"/>
              </a:lnSpc>
              <a:buClr>
                <a:srgbClr val="ffde59"/>
              </a:buClr>
              <a:buSzPct val="45000"/>
              <a:buFont typeface="Wingdings" charset="2"/>
              <a:buChar char=""/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Bullet 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" indent="-137160" defTabSz="914400">
              <a:lnSpc>
                <a:spcPts val="1800"/>
              </a:lnSpc>
              <a:buClr>
                <a:srgbClr val="ffde59"/>
              </a:buClr>
              <a:buSzPct val="45000"/>
              <a:buFont typeface="Wingdings" charset="2"/>
              <a:buChar char=""/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Bullet 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" indent="-137160" defTabSz="914400">
              <a:lnSpc>
                <a:spcPts val="1800"/>
              </a:lnSpc>
              <a:buClr>
                <a:srgbClr val="ffde59"/>
              </a:buClr>
              <a:buSzPct val="45000"/>
              <a:buFont typeface="Wingdings" charset="2"/>
              <a:buChar char=""/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Bullet 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4"/>
          <p:cNvSpPr/>
          <p:nvPr/>
        </p:nvSpPr>
        <p:spPr>
          <a:xfrm>
            <a:off x="4800600" y="2358000"/>
            <a:ext cx="3885480" cy="502200"/>
          </a:xfrm>
          <a:prstGeom prst="rect">
            <a:avLst/>
          </a:prstGeom>
          <a:solidFill>
            <a:srgbClr val="e8e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4937760" y="2413440"/>
            <a:ext cx="3611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i="1" lang="en-US" sz="10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Title/Author/Whatever: </a:t>
            </a:r>
            <a:r>
              <a:rPr b="0" i="1" lang="en-US" sz="10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"Optional Quote." Or example, or key point.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457200" y="320040"/>
            <a:ext cx="8228880" cy="45648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640080" y="32004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457200" y="9601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Notes, description, points, etc.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457200" y="1731600"/>
            <a:ext cx="4799880" cy="1508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685800" y="1868760"/>
            <a:ext cx="4342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KEY POINT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685800" y="2143080"/>
            <a:ext cx="4342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Notes.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685800" y="2672280"/>
            <a:ext cx="4342680" cy="502200"/>
          </a:xfrm>
          <a:prstGeom prst="rect">
            <a:avLst/>
          </a:prstGeom>
          <a:solidFill>
            <a:srgbClr val="e8e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822960" y="2691720"/>
            <a:ext cx="4068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"Optional quote or further point of emphasis."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822960" y="2993400"/>
            <a:ext cx="406836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a5a5a"/>
                </a:solidFill>
                <a:effectLst/>
                <a:uFillTx/>
                <a:latin typeface="Georgia"/>
                <a:ea typeface="Georgia"/>
              </a:rPr>
              <a:t>— Source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5486400" y="137160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Title/description/etc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0"/>
          <p:cNvSpPr/>
          <p:nvPr/>
        </p:nvSpPr>
        <p:spPr>
          <a:xfrm>
            <a:off x="5486400" y="1727640"/>
            <a:ext cx="3199680" cy="38340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5623560" y="1755720"/>
            <a:ext cx="292536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5623560" y="1920240"/>
            <a:ext cx="292536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Description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3"/>
          <p:cNvSpPr/>
          <p:nvPr/>
        </p:nvSpPr>
        <p:spPr>
          <a:xfrm>
            <a:off x="5486400" y="2310480"/>
            <a:ext cx="3199680" cy="38340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5623560" y="2338560"/>
            <a:ext cx="292536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5"/>
          <p:cNvSpPr/>
          <p:nvPr/>
        </p:nvSpPr>
        <p:spPr>
          <a:xfrm>
            <a:off x="5623560" y="2503080"/>
            <a:ext cx="292536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Description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6"/>
          <p:cNvSpPr/>
          <p:nvPr/>
        </p:nvSpPr>
        <p:spPr>
          <a:xfrm>
            <a:off x="5486400" y="2857320"/>
            <a:ext cx="3199680" cy="38340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7"/>
          <p:cNvSpPr/>
          <p:nvPr/>
        </p:nvSpPr>
        <p:spPr>
          <a:xfrm>
            <a:off x="5623560" y="2885400"/>
            <a:ext cx="292536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5623560" y="3049920"/>
            <a:ext cx="292536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Description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457200" y="255960"/>
            <a:ext cx="8228880" cy="456480"/>
          </a:xfrm>
          <a:prstGeom prst="rect">
            <a:avLst/>
          </a:prstGeom>
          <a:solidFill>
            <a:srgbClr val="8b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640080" y="25596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457200" y="914400"/>
            <a:ext cx="411408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 flipH="1">
            <a:off x="456480" y="914400"/>
            <a:ext cx="156240" cy="1371240"/>
          </a:xfrm>
          <a:prstGeom prst="rect">
            <a:avLst/>
          </a:prstGeom>
          <a:solidFill>
            <a:srgbClr val="8b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594360" y="1005840"/>
            <a:ext cx="3839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b2942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594360" y="1126440"/>
            <a:ext cx="3839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Details.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685800" y="158076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ts val="1400"/>
              </a:lnSpc>
              <a:buClr>
                <a:srgbClr val="1a1a1a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Bullet 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400"/>
              </a:lnSpc>
              <a:buClr>
                <a:srgbClr val="1a1a1a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Bullet 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400"/>
              </a:lnSpc>
              <a:buClr>
                <a:srgbClr val="1a1a1a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Bullet 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400"/>
              </a:lnSpc>
              <a:buClr>
                <a:srgbClr val="1a1a1a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Final Bullet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457200" y="475740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5a5a5a"/>
                </a:solidFill>
                <a:effectLst/>
                <a:uFillTx/>
                <a:latin typeface="Georgia"/>
                <a:ea typeface="Georgia"/>
              </a:rPr>
              <a:t>Tiny note, side point, source citation, lead into next slide, etc etc.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4800600" y="914400"/>
            <a:ext cx="3885480" cy="114264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4937760" y="1005840"/>
            <a:ext cx="36111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4937760" y="1234440"/>
            <a:ext cx="3611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Details.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5029200" y="1600200"/>
            <a:ext cx="3519720" cy="359280"/>
          </a:xfrm>
          <a:prstGeom prst="rect">
            <a:avLst/>
          </a:prstGeom>
          <a:solidFill>
            <a:srgbClr val="2a4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5084640" y="1705320"/>
            <a:ext cx="333684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eeeee"/>
                </a:solidFill>
                <a:effectLst/>
                <a:uFillTx/>
                <a:latin typeface="Georgia"/>
                <a:ea typeface="Georgia"/>
              </a:rPr>
              <a:t>"Potential quote or point of emphasis. Could be an example. Whatever."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4800600" y="2080800"/>
            <a:ext cx="3885480" cy="502200"/>
          </a:xfrm>
          <a:prstGeom prst="rect">
            <a:avLst/>
          </a:prstGeom>
          <a:solidFill>
            <a:srgbClr val="e8e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4937760" y="2172240"/>
            <a:ext cx="361116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365d"/>
                </a:solidFill>
                <a:effectLst/>
                <a:uFillTx/>
                <a:latin typeface="Georgia"/>
                <a:ea typeface="Georgia"/>
              </a:rPr>
              <a:t>Example/Key Point: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5"/>
          <p:cNvSpPr/>
          <p:nvPr/>
        </p:nvSpPr>
        <p:spPr>
          <a:xfrm>
            <a:off x="4937760" y="2355120"/>
            <a:ext cx="36111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Details, example, etc etc.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113760" cy="5142960"/>
          </a:xfrm>
          <a:prstGeom prst="rect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640080" y="6400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300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CONCLUSION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640080" y="960120"/>
            <a:ext cx="8046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Title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712080" y="1783080"/>
            <a:ext cx="730800" cy="26640"/>
          </a:xfrm>
          <a:prstGeom prst="rect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640080" y="210312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eeeee"/>
                </a:solidFill>
                <a:effectLst/>
                <a:uFillTx/>
                <a:latin typeface="Georgia"/>
                <a:ea typeface="Georgia"/>
              </a:rPr>
              <a:t>Final concluding remarks.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640080" y="24688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eeeee"/>
                </a:solidFill>
                <a:effectLst/>
                <a:uFillTx/>
                <a:latin typeface="Georgia"/>
                <a:ea typeface="Georgia"/>
              </a:rPr>
              <a:t>Final concluding remarks, continued.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5486400" y="2103120"/>
            <a:ext cx="3199680" cy="1096560"/>
          </a:xfrm>
          <a:prstGeom prst="rect">
            <a:avLst/>
          </a:prstGeom>
          <a:solidFill>
            <a:srgbClr val="2a4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5669280" y="2240280"/>
            <a:ext cx="2833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9a227"/>
                </a:solidFill>
                <a:effectLst/>
                <a:uFillTx/>
                <a:latin typeface="Georgia"/>
                <a:ea typeface="Georgia"/>
              </a:rPr>
              <a:t>Key Concluding Points: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5669280" y="2576880"/>
            <a:ext cx="2833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Is there something specific you would like to end on?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5633280" y="782640"/>
            <a:ext cx="2833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bbbbb"/>
                </a:solidFill>
                <a:effectLst/>
                <a:uFillTx/>
                <a:latin typeface="Georgia"/>
                <a:ea typeface="Georgia"/>
              </a:rPr>
              <a:t>Use this to hammer home a final concluding remark, or leave behind contact or follow up information. Anything, really.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2876</TotalTime>
  <Application>LibreOffice/25.2.5.2$Linux_X86_64 LibreOffice_project/03d19516eb2e1dd5d4ccd751a0d6f35f35e08022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2026-02-01T20:11:40Z</dcterms:created>
  <dc:creator>Template</dc:creator>
  <dc:description/>
  <dc:language>en-US</dc:language>
  <cp:lastModifiedBy/>
  <dcterms:modified xsi:type="dcterms:W3CDTF">2026-02-04T01:27:23Z</dcterms:modified>
  <cp:revision>5</cp:revision>
  <dc:subject>PptxGenJS Presentation</dc:subject>
  <dc:title>Academic Presentation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